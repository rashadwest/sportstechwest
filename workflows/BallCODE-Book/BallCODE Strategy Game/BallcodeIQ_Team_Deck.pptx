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BallcodeIQ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Smarter Basketball. Measurable Performance. Scalable Innovation.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BallcodeIQ?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Performance intelligence engine for skill-based basketball</a:t>
            </a:r>
          </a:p>
          <a:p>
            <a:r>
              <a:t>• Scores decision-making, skill difficulty, and shot value</a:t>
            </a:r>
          </a:p>
          <a:p>
            <a:r>
              <a:t>• Powers player evaluation, training, content, and education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Turns hoop culture into data-driven development</a:t>
            </a:r>
          </a:p>
          <a:p>
            <a:r>
              <a:t>• Creates value for players, trainers, teams, and sponsors</a:t>
            </a:r>
          </a:p>
          <a:p>
            <a:r>
              <a:t>• Adds structure, visibility, and metrics to every rep and move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Dribble Difficulty Index (DDI) for move scoring</a:t>
            </a:r>
          </a:p>
          <a:p>
            <a:r>
              <a:t>• IQ Multiplier based on efficiency</a:t>
            </a:r>
          </a:p>
          <a:p>
            <a:r>
              <a:t>• Shot Value based on game situation</a:t>
            </a:r>
          </a:p>
          <a:p>
            <a:r>
              <a:t>• Scalable formula to calculate BallcodeIQ score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Virtual training with score feedback</a:t>
            </a:r>
          </a:p>
          <a:p>
            <a:r>
              <a:t>• Film breakdown with IQ overlays</a:t>
            </a:r>
          </a:p>
          <a:p>
            <a:r>
              <a:t>• Combo leaderboards for camps and showcases</a:t>
            </a:r>
          </a:p>
          <a:p>
            <a:r>
              <a:t>• NIL support with smart analytics profiles</a:t>
            </a:r>
          </a:p>
          <a:p>
            <a:r>
              <a:t>• Branded content and sponsor segments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BallcodeIQ becomes the standard for high IQ hoop evaluation</a:t>
            </a:r>
          </a:p>
          <a:p>
            <a:r>
              <a:t>• API-ready system for teams, apps, fantasy, and media</a:t>
            </a:r>
          </a:p>
          <a:p>
            <a:r>
              <a:t>• Youth to pro data pipeline — measurable skill intelligence</a:t>
            </a:r>
          </a:p>
          <a:p>
            <a:r>
              <a:t>• Brand integrations and monetization at scale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